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42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76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6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64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4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8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46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10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05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16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0774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114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4483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35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95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8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3676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 Cloud &amp; Managed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t>Transforming Delivery, Operations, Security, and Support</a:t>
            </a:r>
          </a:p>
          <a:p>
            <a:r>
              <a:t>with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Where AI Fits in the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AI is shifting cloud management from reactive to proactive and predictive.</a:t>
            </a:r>
          </a:p>
          <a:p>
            <a:pPr>
              <a:defRPr sz="1800"/>
            </a:pPr>
            <a:r>
              <a:t>Integrates across the entire cloud lifecycle: Delivery, Operations, Security, and Support.</a:t>
            </a:r>
          </a:p>
          <a:p>
            <a:pPr>
              <a:defRPr sz="1800"/>
            </a:pPr>
            <a:r>
              <a:t>Key Value Drivers:</a:t>
            </a:r>
          </a:p>
          <a:p>
            <a:pPr lvl="1">
              <a:defRPr sz="1600"/>
            </a:pPr>
            <a:r>
              <a:t>Accelerated time-to-market (AI-assisted delivery).</a:t>
            </a:r>
          </a:p>
          <a:p>
            <a:pPr lvl="1">
              <a:defRPr sz="1600"/>
            </a:pPr>
            <a:r>
              <a:t>Enhanced reliability and uptime (AIOps).</a:t>
            </a:r>
          </a:p>
          <a:p>
            <a:pPr lvl="1">
              <a:defRPr sz="1600"/>
            </a:pPr>
            <a:r>
              <a:t>Optimized cloud spend and performance (FinOps).</a:t>
            </a:r>
          </a:p>
          <a:p>
            <a:pPr lvl="1">
              <a:defRPr sz="1600"/>
            </a:pPr>
            <a:r>
              <a:t>Strengthened security posture (AI-driven threat detection).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Cloud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AI-Assisted Coding &amp; Configuration: Copilots generating boilerplate code and cloud-native scripts.</a:t>
            </a:r>
          </a:p>
          <a:p>
            <a:pPr>
              <a:defRPr sz="1800"/>
            </a:pPr>
            <a:r>
              <a:t>Infrastructure-as-Code (IaC): Automated generation of Terraform, ARM, or CloudFormation templates via natural language.</a:t>
            </a:r>
          </a:p>
          <a:p>
            <a:pPr>
              <a:defRPr sz="1800"/>
            </a:pPr>
            <a:r>
              <a:t>Deployment Assistance: AI analyzing pipelines to predict failures, suggest optimizations, and auto-remediate minor issues.</a:t>
            </a:r>
          </a:p>
          <a:p>
            <a:pPr>
              <a:defRPr sz="1800"/>
            </a:pPr>
            <a:r>
              <a:t>Documentation: Auto-generating and updating architecture diagrams, runbooks, and API docs in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for Cloud Operations (AIOps)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Monitoring &amp; Anomaly Detection: Moving beyond static thresholds to dynamic, ML-driven baselines.</a:t>
            </a:r>
          </a:p>
          <a:p>
            <a:pPr>
              <a:defRPr sz="1800"/>
            </a:pPr>
            <a:r>
              <a:t>Log Analysis: Parsing massive volumes of unstructured log data to identify patterns and hidden errors.</a:t>
            </a:r>
          </a:p>
          <a:p>
            <a:pPr>
              <a:defRPr sz="1800"/>
            </a:pPr>
            <a:r>
              <a:t>Alert Correlation: Grouping thousands of raw alerts into meaningful, actionable incidents to reduce alert fatigue.</a:t>
            </a:r>
          </a:p>
          <a:p>
            <a:pPr>
              <a:defRPr sz="1800"/>
            </a:pPr>
            <a:r>
              <a:t>Incident Identification: Automatically classifying the severity and impact of an issue before human intervention.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for Logs, Metrics &amp; Traces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Unified Observability: Correlating distributed traces, metrics, and logs for a holistic view of system health.</a:t>
            </a:r>
          </a:p>
          <a:p>
            <a:pPr>
              <a:defRPr sz="1800"/>
            </a:pPr>
            <a:r>
              <a:t>Natural Language Querying: Querying complex telemetry data using plain English (e.g., "Show me latency spikes").</a:t>
            </a:r>
          </a:p>
          <a:p>
            <a:pPr>
              <a:defRPr sz="1800"/>
            </a:pPr>
            <a:r>
              <a:t>Predictive Analytics: Forecasting metric trends to identify potential bottlenecks before they cause outages.</a:t>
            </a:r>
          </a:p>
          <a:p>
            <a:pPr>
              <a:defRPr sz="1800"/>
            </a:pPr>
            <a:r>
              <a:t>Automated Root Cause Tracing: Following distributed traces to pinpoint the exact microservice causing degradation.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Incident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Incident Detection: Automated triggering of incidents based on AI-identified anomalies.</a:t>
            </a:r>
          </a:p>
          <a:p>
            <a:pPr>
              <a:defRPr sz="1800"/>
            </a:pPr>
            <a:r>
              <a:t>Diagnosis: AI instantly pulling relevant logs, metrics, and recent code changes to contextualize the issue.</a:t>
            </a:r>
          </a:p>
          <a:p>
            <a:pPr>
              <a:defRPr sz="1800"/>
            </a:pPr>
            <a:r>
              <a:t>Root-Cause Analysis (RCA): ML models correlating historical data to suggest the most probable root cause.</a:t>
            </a:r>
          </a:p>
          <a:p>
            <a:pPr>
              <a:defRPr sz="1800"/>
            </a:pPr>
            <a:r>
              <a:t>Recommended Resolution: Suggesting or auto-executing runbook actions (e.g., restarting pods, scaling, rolling back).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Managed Services: Support &amp; ITSM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Automated Ticket Classification: Instantly routing tickets to the correct queue and assigning priority based on content.</a:t>
            </a:r>
          </a:p>
          <a:p>
            <a:pPr>
              <a:defRPr sz="1800"/>
            </a:pPr>
            <a:r>
              <a:t>Support Assistants: AI agents handling Tier-1 support queries and providing instant answers to common issues.</a:t>
            </a:r>
          </a:p>
          <a:p>
            <a:pPr>
              <a:defRPr sz="1800"/>
            </a:pPr>
            <a:r>
              <a:t>Knowledge Search: Semantic search across internal wikis and past tickets to surface exact solutions.</a:t>
            </a:r>
          </a:p>
          <a:p>
            <a:pPr>
              <a:defRPr sz="1800"/>
            </a:pPr>
            <a:r>
              <a:t>Agent Augmentation: Providing human support agents with real-time suggested responses and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Managed Services: FinOps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Cost Optimization: Identifying idle resources, unattached storage, and over-provisioned instances to reduce waste.</a:t>
            </a:r>
          </a:p>
          <a:p>
            <a:pPr>
              <a:defRPr sz="1800"/>
            </a:pPr>
            <a:r>
              <a:t>Resource Utilization: Right-sizing workloads based on actual usage patterns rather than static allocations.</a:t>
            </a:r>
          </a:p>
          <a:p>
            <a:pPr>
              <a:defRPr sz="1800"/>
            </a:pPr>
            <a:r>
              <a:t>Performance Recommendations: Analyzing telemetry to suggest database indexing, caching, or architecture tweaks.</a:t>
            </a:r>
          </a:p>
          <a:p>
            <a:pPr>
              <a:defRPr sz="1800"/>
            </a:pPr>
            <a:r>
              <a:t>Capacity Planning: Predictive modeling to forecast future resource needs based on business growth and trends.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for Cloud Security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Security Alerts &amp; Suspicious Activity: ML models analyzing traffic and user behavior to detect zero-day threats.</a:t>
            </a:r>
          </a:p>
          <a:p>
            <a:pPr>
              <a:defRPr sz="1800"/>
            </a:pPr>
            <a:r>
              <a:t>Access Risks: Identifying over-privileged IAM roles, dormant accounts, and toxic permission combinations.</a:t>
            </a:r>
          </a:p>
          <a:p>
            <a:pPr>
              <a:defRPr sz="1800"/>
            </a:pPr>
            <a:r>
              <a:t>Data Privacy: Automated discovery and classification of sensitive data (PII/PHI) to ensure regulatory compliance.</a:t>
            </a:r>
          </a:p>
          <a:p>
            <a:pPr>
              <a:defRPr sz="1800"/>
            </a:pPr>
            <a:r>
              <a:t>Continuous Compliance: AI continuously auditing cloud configurations against security benchmarks (CIS, NIST).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Human-in-the-Loop: Validation &amp; Oversight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The Role of Human Validation: AI provides recommendations, but humans must validate high-risk actions.</a:t>
            </a:r>
          </a:p>
          <a:p>
            <a:pPr>
              <a:defRPr sz="1800"/>
            </a:pPr>
            <a:r>
              <a:t>Explainable AI (XAI): Ensuring AI-driven decisions (like incident root causes) are transparent to engineers.</a:t>
            </a:r>
          </a:p>
          <a:p>
            <a:pPr>
              <a:defRPr sz="1800"/>
            </a:pPr>
            <a:r>
              <a:t>Guardrails &amp; Approvals: Implementing automated guardrails requiring human approval for actions exceeding risk thresholds.</a:t>
            </a:r>
          </a:p>
          <a:p>
            <a:pPr>
              <a:defRPr sz="1800"/>
            </a:pPr>
            <a:r>
              <a:t>Continuous Learning: Human feedback loops refining AI models to improve accuracy and reduce false positives.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AI is a fundamental enabler for modern, scalable, and secure cloud environments.</a:t>
            </a:r>
          </a:p>
          <a:p>
            <a:pPr>
              <a:defRPr sz="1800"/>
            </a:pPr>
            <a:r>
              <a:t>Shifts operations from reactive firefighting to proactive optimization and automated resolution.</a:t>
            </a:r>
          </a:p>
          <a:p>
            <a:pPr>
              <a:defRPr sz="1800"/>
            </a:pPr>
            <a:r>
              <a:t>Enhances developer productivity through AI-assisted delivery and intelligent observability.</a:t>
            </a:r>
          </a:p>
          <a:p>
            <a:pPr>
              <a:defRPr sz="1800"/>
            </a:pPr>
            <a:r>
              <a:t>Requires a strong "Human-in-the-Loop" approach to ensure security, privacy, and accountability.</a:t>
            </a:r>
          </a:p>
          <a:p>
            <a:pPr>
              <a:defRPr sz="1800"/>
            </a:pPr>
            <a:r>
              <a:t>Future State: Fully autonomous cloud operations with AI acting as the central orchestration brain.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749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AI in Cloud &amp; Managed Services</vt:lpstr>
      <vt:lpstr>Introduction: Where AI Fits in the Cloud</vt:lpstr>
      <vt:lpstr>AI-Assisted Cloud Delivery</vt:lpstr>
      <vt:lpstr>AI for Cloud Operations (AIOps)</vt:lpstr>
      <vt:lpstr>AI for Logs, Metrics &amp; Traces</vt:lpstr>
      <vt:lpstr>AI-Powered Incident Management</vt:lpstr>
      <vt:lpstr>AI in Managed Services: Support &amp; ITSM</vt:lpstr>
      <vt:lpstr>AI in Managed Services: FinOps &amp; Performance</vt:lpstr>
      <vt:lpstr>AI for Cloud Security &amp; Governance</vt:lpstr>
      <vt:lpstr>Human-in-the-Loop: Validation &amp; Oversight</vt:lpstr>
      <vt:lpstr>Summary &amp; 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2026-09-03T18:02:36Z</dcterms:modified>
  <cp:category/>
</cp:coreProperties>
</file>