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1520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00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716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883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67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86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88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39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61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32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05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614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2671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246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910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7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718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18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158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for Security, DevOps &amp; Infrastructure Operations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t>Enhancing Resilience, Speed, and Intelligence in Modern IT</a:t>
            </a:r>
          </a:p>
          <a:p>
            <a:r>
              <a:t>A Professional Discussion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09" y="452718"/>
            <a:ext cx="8180319" cy="984196"/>
          </a:xfrm>
        </p:spPr>
        <p:txBody>
          <a:bodyPr/>
          <a:lstStyle/>
          <a:p>
            <a:r>
              <a:rPr dirty="0"/>
              <a:t>Agenda &amp;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436915"/>
            <a:ext cx="6711654" cy="4811492"/>
          </a:xfrm>
        </p:spPr>
        <p:txBody>
          <a:bodyPr wrap="square">
            <a:normAutofit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Part 1: AI for Security &amp; DevOps (Minutes 0–15)</a:t>
            </a:r>
          </a:p>
          <a:p>
            <a:pPr>
              <a:defRPr sz="2000"/>
            </a:pPr>
            <a:r>
              <a:rPr dirty="0"/>
              <a:t>  - Automated Threat Detection in Real-Time</a:t>
            </a:r>
          </a:p>
          <a:p>
            <a:pPr>
              <a:defRPr sz="2000"/>
            </a:pPr>
            <a:r>
              <a:rPr dirty="0"/>
              <a:t>  - AI-Powered Code Reviews: Pros, Cons, and Best Practices</a:t>
            </a:r>
          </a:p>
          <a:p>
            <a:pPr>
              <a:defRPr sz="2000"/>
            </a:pPr>
            <a:r>
              <a:rPr dirty="0"/>
              <a:t>Part 2: AI for Infrastructure &amp; Operations (Minutes 15–30)</a:t>
            </a:r>
          </a:p>
          <a:p>
            <a:pPr>
              <a:defRPr sz="2000"/>
            </a:pPr>
            <a:r>
              <a:rPr dirty="0"/>
              <a:t>  - Predictive Maintenance: Forecasting Failures</a:t>
            </a:r>
          </a:p>
          <a:p>
            <a:pPr>
              <a:defRPr sz="2000"/>
            </a:pPr>
            <a:r>
              <a:rPr dirty="0"/>
              <a:t>  - Intelligent Auto-Remediation &amp; Self-Healing Systems</a:t>
            </a:r>
          </a:p>
          <a:p>
            <a:pPr>
              <a:defRPr sz="2000"/>
            </a:pPr>
            <a:r>
              <a:rPr dirty="0"/>
              <a:t>  - Capacity Planning &amp; Resource Optimization</a:t>
            </a:r>
          </a:p>
          <a:p>
            <a:pPr>
              <a:defRPr sz="2000"/>
            </a:pPr>
            <a:r>
              <a:rPr dirty="0"/>
              <a:t>Part 3: Interactive Case Study &amp;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09" y="452718"/>
            <a:ext cx="8408919" cy="1136596"/>
          </a:xfrm>
        </p:spPr>
        <p:txBody>
          <a:bodyPr/>
          <a:lstStyle/>
          <a:p>
            <a:r>
              <a:rPr dirty="0"/>
              <a:t>The Shift to AI-Driven </a:t>
            </a:r>
            <a:r>
              <a:rPr dirty="0" err="1"/>
              <a:t>DevSecOps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7488986" cy="4195481"/>
          </a:xfrm>
        </p:spPr>
        <p:txBody>
          <a:bodyPr wrap="square">
            <a:normAutofit fontScale="92500" lnSpcReduction="10000"/>
          </a:bodyPr>
          <a:lstStyle/>
          <a:p>
            <a:endParaRPr/>
          </a:p>
          <a:p>
            <a:pPr>
              <a:defRPr sz="2000"/>
            </a:pPr>
            <a:r>
              <a:t>The Challenge: Traditional security and ops are reactive, manual, and struggle to keep pace with rapid cloud deployments.</a:t>
            </a:r>
          </a:p>
          <a:p>
            <a:pPr>
              <a:defRPr sz="2000"/>
            </a:pPr>
            <a:r>
              <a:t>The AI Solution: Embedding intelligence directly into the CI/CD pipeline and operational workflows.</a:t>
            </a:r>
          </a:p>
          <a:p>
            <a:pPr>
              <a:defRPr sz="2000"/>
            </a:pPr>
            <a:r>
              <a:t>Core Benefits:</a:t>
            </a:r>
          </a:p>
          <a:p>
            <a:pPr>
              <a:defRPr sz="2000"/>
            </a:pPr>
            <a:r>
              <a:t>  - Speed: Automating routine checks and responses.</a:t>
            </a:r>
          </a:p>
          <a:p>
            <a:pPr>
              <a:defRPr sz="2000"/>
            </a:pPr>
            <a:r>
              <a:t>  - Accuracy: Reducing human error in log analysis and code reviews.</a:t>
            </a:r>
          </a:p>
          <a:p>
            <a:pPr>
              <a:defRPr sz="2000"/>
            </a:pPr>
            <a:r>
              <a:t>  - Proactivity: Shifting from 'responding to incidents' to 'preventing incidents'.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Threat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endParaRPr/>
          </a:p>
          <a:p>
            <a:pPr>
              <a:defRPr sz="2000"/>
            </a:pPr>
            <a:r>
              <a:t>How It Works: AI models continuously scan system logs, network traffic, and user behavior in real-time.</a:t>
            </a:r>
          </a:p>
          <a:p>
            <a:pPr>
              <a:defRPr sz="2000"/>
            </a:pPr>
            <a:r>
              <a:t>Key Capabilities:</a:t>
            </a:r>
          </a:p>
          <a:p>
            <a:pPr>
              <a:defRPr sz="2000"/>
            </a:pPr>
            <a:r>
              <a:t>  - Baseline Establishment: Learns 'normal' behavior to instantly flag deviations.</a:t>
            </a:r>
          </a:p>
          <a:p>
            <a:pPr>
              <a:defRPr sz="2000"/>
            </a:pPr>
            <a:r>
              <a:t>  - Zero-Day Threat Identification: Detects novel attack patterns that rule-based systems miss.</a:t>
            </a:r>
          </a:p>
          <a:p>
            <a:pPr>
              <a:defRPr sz="2000"/>
            </a:pPr>
            <a:r>
              <a:t>  - Automated Containment: Triggers immediate actions (e.g., isolating a node) to stop attacks.</a:t>
            </a:r>
          </a:p>
          <a:p>
            <a:pPr>
              <a:defRPr sz="2000"/>
            </a:pPr>
            <a:r>
              <a:t>Discussion Point: Balancing automated blocking with the risk of false positives disrupting business.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AI-Powered Code Reviews (e.g., GitHub Copilot)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1575413"/>
            <a:ext cx="7699355" cy="4672994"/>
          </a:xfrm>
        </p:spPr>
        <p:txBody>
          <a:bodyPr wrap="square">
            <a:normAutofit fontScale="92500" lnSpcReduction="20000"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The Pros:</a:t>
            </a:r>
          </a:p>
          <a:p>
            <a:pPr marL="0" indent="0">
              <a:buNone/>
              <a:defRPr sz="2000"/>
            </a:pPr>
            <a:r>
              <a:rPr dirty="0"/>
              <a:t>  - Speed: Instantly identifies syntax errors, bugs, and basic security flaws.</a:t>
            </a:r>
          </a:p>
          <a:p>
            <a:pPr marL="0" indent="0">
              <a:buNone/>
              <a:defRPr sz="2000"/>
            </a:pPr>
            <a:r>
              <a:rPr dirty="0"/>
              <a:t>  - Knowledge Sharing: Suggests best practices and modernizes legacy code.</a:t>
            </a:r>
          </a:p>
          <a:p>
            <a:pPr marL="0" indent="0">
              <a:buNone/>
              <a:defRPr sz="2000"/>
            </a:pPr>
            <a:r>
              <a:rPr dirty="0"/>
              <a:t>  - Productivity: Frees senior engineers for complex architectural reviews.</a:t>
            </a:r>
          </a:p>
          <a:p>
            <a:pPr>
              <a:defRPr sz="2000"/>
            </a:pPr>
            <a:r>
              <a:rPr dirty="0"/>
              <a:t>The Cons &amp; Risks:</a:t>
            </a:r>
          </a:p>
          <a:p>
            <a:pPr marL="0" indent="0">
              <a:buNone/>
              <a:defRPr sz="2000"/>
            </a:pPr>
            <a:r>
              <a:rPr dirty="0"/>
              <a:t>  - False Confidence: AI can miss complex, context-specific business logic flaws.</a:t>
            </a:r>
          </a:p>
          <a:p>
            <a:pPr marL="0" indent="0">
              <a:buNone/>
              <a:defRPr sz="2000"/>
            </a:pPr>
            <a:r>
              <a:rPr dirty="0"/>
              <a:t>  - Security Risks: AI might suggest vulnerable libraries or leak proprietary code.</a:t>
            </a:r>
          </a:p>
          <a:p>
            <a:pPr marL="0" indent="0">
              <a:buNone/>
              <a:defRPr sz="2000"/>
            </a:pPr>
            <a:r>
              <a:rPr dirty="0"/>
              <a:t>Best Practice: Treat AI as a 'junior pair programmer,' not a replacement for human oversight.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Prompt 1 – The Developer Dilemma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endParaRPr/>
          </a:p>
          <a:p>
            <a:pPr>
              <a:defRPr sz="2000"/>
            </a:pPr>
            <a:r>
              <a:t>Scenario: Your dev team wants to mandate an AI coding assistant to speed up delivery by 30%. Security is concerned about proprietary code being sent to third-party AI providers and AI-introduced vulnerabilities.</a:t>
            </a:r>
          </a:p>
          <a:p>
            <a:pPr>
              <a:defRPr sz="2000"/>
            </a:pPr>
            <a:r>
              <a:t>Questions for the Group:</a:t>
            </a:r>
          </a:p>
          <a:p>
            <a:pPr>
              <a:defRPr sz="2000"/>
            </a:pPr>
            <a:r>
              <a:t>1. What guardrails would you put in place to allow AI code reviews safely?</a:t>
            </a:r>
          </a:p>
          <a:p>
            <a:pPr>
              <a:defRPr sz="2000"/>
            </a:pPr>
            <a:r>
              <a:t>2. Should AI-generated code require a different level of human review?</a:t>
            </a:r>
          </a:p>
          <a:p>
            <a:pPr>
              <a:defRPr sz="2000"/>
            </a:pPr>
            <a:r>
              <a:t>3. How do you measure the actual security impact (not just speed) of adopting these tools?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8075396" cy="1400530"/>
          </a:xfrm>
        </p:spPr>
        <p:txBody>
          <a:bodyPr/>
          <a:lstStyle/>
          <a:p>
            <a:r>
              <a:rPr sz="3200" dirty="0"/>
              <a:t>Introduction to AIOps (AI for IT Operations)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707615"/>
            <a:ext cx="7732406" cy="4540792"/>
          </a:xfrm>
        </p:spPr>
        <p:txBody>
          <a:bodyPr wrap="square">
            <a:normAutofit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What is AIOps? Applying Machine Learning to IT operations data (metrics, logs, traces).</a:t>
            </a:r>
          </a:p>
          <a:p>
            <a:pPr>
              <a:defRPr sz="2000"/>
            </a:pPr>
            <a:r>
              <a:rPr dirty="0"/>
              <a:t>The Problem It Solves: 'Alert Fatigue.' Humans cannot triage millions of daily alerts effectively.</a:t>
            </a:r>
          </a:p>
          <a:p>
            <a:pPr>
              <a:defRPr sz="2000"/>
            </a:pPr>
            <a:r>
              <a:rPr dirty="0"/>
              <a:t>The AIOps Approach:</a:t>
            </a:r>
          </a:p>
          <a:p>
            <a:pPr>
              <a:defRPr sz="2000"/>
            </a:pPr>
            <a:r>
              <a:rPr dirty="0"/>
              <a:t>  - Noise Reduction: Groups related alerts into a single, actionable incident.</a:t>
            </a:r>
          </a:p>
          <a:p>
            <a:pPr>
              <a:defRPr sz="2000"/>
            </a:pPr>
            <a:r>
              <a:rPr dirty="0"/>
              <a:t>  - Root Cause Analysis (RCA): Uses dependency mapping to pinpoint the exact source of failure.</a:t>
            </a:r>
          </a:p>
          <a:p>
            <a:pPr>
              <a:defRPr sz="2000"/>
            </a:pPr>
            <a:r>
              <a:rPr dirty="0"/>
              <a:t>  - Predictive Action: Moves operations from reactive firefighting to proactive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266941"/>
            <a:ext cx="6711654" cy="4981466"/>
          </a:xfrm>
        </p:spPr>
        <p:txBody>
          <a:bodyPr wrap="square">
            <a:normAutofit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Forecasting Failures: AI analyzes historical telemetry (CPU, memory, disk I/O) to predict hardware/software failures before they occur.</a:t>
            </a:r>
          </a:p>
          <a:p>
            <a:pPr>
              <a:defRPr sz="2000"/>
            </a:pPr>
            <a:r>
              <a:rPr dirty="0"/>
              <a:t>Database Bottleneck Prediction: Identifies slow-query patterns, connection pool exhaustion, or storage limits trending toward critical thresholds.</a:t>
            </a:r>
          </a:p>
          <a:p>
            <a:pPr>
              <a:defRPr sz="2000"/>
            </a:pPr>
            <a:r>
              <a:rPr dirty="0"/>
              <a:t>Business Value:</a:t>
            </a:r>
          </a:p>
          <a:p>
            <a:pPr>
              <a:defRPr sz="2000"/>
            </a:pPr>
            <a:r>
              <a:rPr dirty="0"/>
              <a:t>  - Prevents costly, unplanned downtime.</a:t>
            </a:r>
          </a:p>
          <a:p>
            <a:pPr>
              <a:defRPr sz="2000"/>
            </a:pPr>
            <a:r>
              <a:rPr dirty="0"/>
              <a:t>  - Allows maintenance to be scheduled during low-impact windows.</a:t>
            </a:r>
          </a:p>
          <a:p>
            <a:pPr>
              <a:defRPr sz="2000"/>
            </a:pPr>
            <a:r>
              <a:rPr dirty="0"/>
              <a:t>  - Extends infrastructure lifespan through optimized usage.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Auto-Remediation (Self-Healing)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endParaRPr/>
          </a:p>
          <a:p>
            <a:pPr>
              <a:defRPr sz="2000"/>
            </a:pPr>
            <a:r>
              <a:t>Concept: Systems that detect problems and automatically execute predefined scripts to fix them without human intervention.</a:t>
            </a:r>
          </a:p>
          <a:p>
            <a:pPr>
              <a:defRPr sz="2000"/>
            </a:pPr>
            <a:r>
              <a:t>Examples:</a:t>
            </a:r>
          </a:p>
          <a:p>
            <a:pPr>
              <a:defRPr sz="2000"/>
            </a:pPr>
            <a:r>
              <a:t>  - Automatically restarting a hung service or container pod.</a:t>
            </a:r>
          </a:p>
          <a:p>
            <a:pPr>
              <a:defRPr sz="2000"/>
            </a:pPr>
            <a:r>
              <a:t>  - Dynamically increasing database connection limits during a traffic spike.</a:t>
            </a:r>
          </a:p>
          <a:p>
            <a:pPr>
              <a:defRPr sz="2000"/>
            </a:pPr>
            <a:r>
              <a:t>  - Revoking compromised credentials upon detecting anomalous login behavior.</a:t>
            </a:r>
          </a:p>
          <a:p>
            <a:pPr>
              <a:defRPr sz="2000"/>
            </a:pPr>
            <a:r>
              <a:t>The Golden Rule: Start with 'human-in-the-loop' (AI suggests, human approves) before moving to fully autonomous remediation for critical 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Capacity Planning &amp; Resource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endParaRPr/>
          </a:p>
          <a:p>
            <a:pPr>
              <a:defRPr sz="2000"/>
            </a:pPr>
            <a:r>
              <a:t>Traditional Approach: Manual, spreadsheet-based forecasting leading to over-provisioning (wasted cost) or under-provisioning (poor performance).</a:t>
            </a:r>
          </a:p>
          <a:p>
            <a:pPr>
              <a:defRPr sz="2000"/>
            </a:pPr>
            <a:r>
              <a:t>AI-Driven Approach:</a:t>
            </a:r>
          </a:p>
          <a:p>
            <a:pPr>
              <a:defRPr sz="2000"/>
            </a:pPr>
            <a:r>
              <a:t>  - Analyzes seasonal trends, marketing campaigns, and historical usage to predict future resource needs.</a:t>
            </a:r>
          </a:p>
          <a:p>
            <a:pPr>
              <a:defRPr sz="2000"/>
            </a:pPr>
            <a:r>
              <a:t>  - Dynamic Auto-Scaling: Proactively spins up resources before a predicted traffic surge.</a:t>
            </a:r>
          </a:p>
          <a:p>
            <a:pPr>
              <a:defRPr sz="2000"/>
            </a:pPr>
            <a:r>
              <a:t>Outcome: Optimized cloud spend (FinOps) combined with guaranteed Service Level Agreements (SLAs).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Case Study – 'The Midnight Outage'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20000"/>
          </a:bodyPr>
          <a:lstStyle/>
          <a:p>
            <a:endParaRPr/>
          </a:p>
          <a:p>
            <a:pPr>
              <a:defRPr sz="2000"/>
            </a:pPr>
            <a:r>
              <a:t>Scenario: At 2:00 AM, your e-commerce platform's database CPU spikes to 99%. The AI monitoring tool flags it, but the auto-remediation script fails because the backup database is also experiencing high latency. Customer checkout is failing.</a:t>
            </a:r>
          </a:p>
          <a:p>
            <a:pPr>
              <a:defRPr sz="2000"/>
            </a:pPr>
            <a:r>
              <a:t>Discussion Questions:</a:t>
            </a:r>
          </a:p>
          <a:p>
            <a:pPr>
              <a:defRPr sz="2000"/>
            </a:pPr>
            <a:r>
              <a:t>1. Detection: How could predictive maintenance have prevented this specific scenario?</a:t>
            </a:r>
          </a:p>
          <a:p>
            <a:pPr>
              <a:defRPr sz="2000"/>
            </a:pPr>
            <a:r>
              <a:t>2. Response: In a self-healing architecture, what should the system have done instead of just trying to failover to a struggling backup?</a:t>
            </a:r>
          </a:p>
          <a:p>
            <a:pPr>
              <a:defRPr sz="2000"/>
            </a:pPr>
            <a:r>
              <a:t>3. Post-Mortem: How would you use AI to analyze the logs after the incident to ensure this exact pattern never happens again?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421177"/>
            <a:ext cx="6711654" cy="4827230"/>
          </a:xfrm>
        </p:spPr>
        <p:txBody>
          <a:bodyPr wrap="square"/>
          <a:lstStyle/>
          <a:p>
            <a:endParaRPr dirty="0"/>
          </a:p>
          <a:p>
            <a:pPr>
              <a:defRPr sz="2000"/>
            </a:pPr>
            <a:r>
              <a:rPr dirty="0"/>
              <a:t>Security: AI accelerates threat detection and code reviews, but requires strict guardrails and human oversight.</a:t>
            </a:r>
          </a:p>
          <a:p>
            <a:pPr>
              <a:defRPr sz="2000"/>
            </a:pPr>
            <a:r>
              <a:rPr dirty="0"/>
              <a:t>Operations: AIOps transforms IT from a reactive cost center to a proactive, self-healing engine.</a:t>
            </a:r>
          </a:p>
          <a:p>
            <a:pPr>
              <a:defRPr sz="2000"/>
            </a:pPr>
            <a:r>
              <a:rPr dirty="0"/>
              <a:t>The Ultimate Goal: Augment human expertise, not replace it. AI handles scale and speed; humans handle strategy, ethics, and complex edge cases.</a:t>
            </a:r>
          </a:p>
          <a:p>
            <a:pPr>
              <a:defRPr sz="2000"/>
            </a:pPr>
            <a:r>
              <a:rPr dirty="0"/>
              <a:t>Questions? Open floor for discussion.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1012</Words>
  <Application>Microsoft Office PowerPoint</Application>
  <PresentationFormat>On-screen Show (4:3)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Ion</vt:lpstr>
      <vt:lpstr>AI for Security, DevOps &amp; Infrastructure Operations</vt:lpstr>
      <vt:lpstr>Agenda &amp; Learning Objectives</vt:lpstr>
      <vt:lpstr>The Shift to AI-Driven DevSecOps</vt:lpstr>
      <vt:lpstr>Automated Threat Detection</vt:lpstr>
      <vt:lpstr>AI-Powered Code Reviews (e.g., GitHub Copilot)</vt:lpstr>
      <vt:lpstr>Discussion Prompt 1 – The Developer Dilemma</vt:lpstr>
      <vt:lpstr>Introduction to AIOps (AI for IT Operations)</vt:lpstr>
      <vt:lpstr>Predictive Maintenance</vt:lpstr>
      <vt:lpstr>Intelligent Auto-Remediation (Self-Healing)</vt:lpstr>
      <vt:lpstr>Capacity Planning &amp; Resource Optimization</vt:lpstr>
      <vt:lpstr>Interactive Case Study – 'The Midnight Outage'</vt:lpstr>
      <vt:lpstr>Key Takeaways &amp;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7</cp:revision>
  <dcterms:created xsi:type="dcterms:W3CDTF">2013-01-27T09:14:16Z</dcterms:created>
  <dcterms:modified xsi:type="dcterms:W3CDTF">2026-09-06T19:42:08Z</dcterms:modified>
  <cp:category/>
</cp:coreProperties>
</file>